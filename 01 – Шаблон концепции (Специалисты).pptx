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85d7df9ee4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9" name="Google Shape;9;g385d7df9ee4_1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6fbd7391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17" name="Google Shape;17;g36fbd7391b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85d7df9ee4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24" name="Google Shape;24;g385d7df9ee4_1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85d7df9ee4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32" name="Google Shape;32;g385d7df9ee4_1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85d7df9ee4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0" name="Google Shape;40;g385d7df9ee4_1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dd322f7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47" name="Google Shape;47;g38dd322f7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5d7df9ee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54" name="Google Shape;54;g385d7df9ee4_1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dd322f77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62" name="Google Shape;62;g38dd322f77c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5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Инструкция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" name="Google Shape;12;p3"/>
          <p:cNvSpPr txBox="1"/>
          <p:nvPr/>
        </p:nvSpPr>
        <p:spPr>
          <a:xfrm>
            <a:off x="762000" y="1714500"/>
            <a:ext cx="161925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1. Общие рекомендации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Все элементы, указанные в фигурных скобках {...}, необходимо заменить на актуальные данные.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В квадратных скобках […] приведены пояснения. Перед предоставлением удалите их.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Структура презентации носит рекомендательный характер.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Рекомендуемый шрифт: Open Sans.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2.Как заполнять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Следуйте последовательности слайдов в шаблоне.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На каждом слайде заменяйте текст-заглушку (например: {Название проекта}) на свою информацию.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Дополнительные слайды допускается добавлять при необходимости, при этом важно сохранять общий стиль оформления.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" name="Google Shape;13;p3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7644000" y="85842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FF"/>
                </a:solidFill>
                <a:latin typeface="Manrope"/>
                <a:ea typeface="Manrope"/>
                <a:cs typeface="Manrope"/>
                <a:sym typeface="Manrope"/>
              </a:rPr>
              <a:t>[Удалить слайд]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762000" y="571500"/>
            <a:ext cx="14287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Общая информация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762000" y="1714500"/>
            <a:ext cx="161925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Кейс (группа): ____{Название кейсового задания}___________</a:t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Название команды:____{Название команды}___________</a:t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Название проекта: ____{Название проекта}_________________</a:t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_________________________________________________</a:t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Вуз: ____{Название учебного учреждения}______________</a:t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Группа: ____{1/2/3/4/5 курс}_______</a:t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1" name="Google Shape;21;p4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Инструкция для слайда «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Концепция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проекта»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762000" y="1714500"/>
            <a:ext cx="161925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 этом слайде нужно кратко и ясно представить идею своего проекта.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Заполните каждый пункт, чтобы можно было быстро понять, что вы создаете, для кого и зачем.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Название проекта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Короткое и запоминающееся (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до 4 слов)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 Отражает суть идеи.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Проблема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Опишите, какую реальную задачу решает ваш проект.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Многим пользователям сложно быстро вызвать такси в час пик.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Целевая аудитория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Укажите, кто будет пользоваться вашим решением. 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Можно указать несколько сегментов: клиенты, исполнители, компании и т.д. 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Пассажиры и водители, ищущие удобный способ получать заказы без посредников.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8" name="Google Shape;28;p5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/>
        </p:nvSpPr>
        <p:spPr>
          <a:xfrm>
            <a:off x="7644000" y="85842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FF"/>
                </a:solidFill>
                <a:latin typeface="Manrope"/>
                <a:ea typeface="Manrope"/>
                <a:cs typeface="Manrope"/>
                <a:sym typeface="Manrope"/>
              </a:rPr>
              <a:t>[Удалить слайд]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Инструкция для слайда «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Концепция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проекта»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762000" y="1714500"/>
            <a:ext cx="161925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Решение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Что именно вы предлагаете: приложение, сайт, сервис, как это решение работает в общих чертах.и т. д.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Мобильное приложение, которое напрямую соединяет пассажиров и водителей по принципу p2p без посредников. Платформа автоматически подбирает ближайших водителей и оптимизирует маршруты.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Уникальные свойства и преимущественные характеристики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Чем ваше решение лучше существующих 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— почему пользователи выберут именно вас.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Упомяните инновации, технологии, удобство, скорость, выгоду</a:t>
            </a: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и т.д.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Использует интеллектуальные алгоритмы подбора заказов, прозрачную систему рейтингов и мгновенные выплаты водителям. Это делает поездки быстрее, дешевле и безопаснее для всех участников.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Советы: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Используйте простые и понятные слова.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Будьте краткими — достаточно нескольких слов для каждого пункта.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– Не используйте слишком общий текст вроде «наш проект улучшает жизнь людей» — покажите как именно.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6" name="Google Shape;36;p6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/>
        </p:nvSpPr>
        <p:spPr>
          <a:xfrm>
            <a:off x="7644000" y="85842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FF"/>
                </a:solidFill>
                <a:latin typeface="Manrope"/>
                <a:ea typeface="Manrope"/>
                <a:cs typeface="Manrope"/>
                <a:sym typeface="Manrope"/>
              </a:rPr>
              <a:t>[Удалить слайд]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Концепция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проекта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" name="Google Shape;43;p7"/>
          <p:cNvSpPr txBox="1"/>
          <p:nvPr/>
        </p:nvSpPr>
        <p:spPr>
          <a:xfrm>
            <a:off x="762000" y="1714500"/>
            <a:ext cx="166689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Наш проект _____{Название_проекта}___________________ </a:t>
            </a:r>
            <a:endParaRPr sz="4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решает 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_____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{Проблема}____________________________ </a:t>
            </a:r>
            <a:endParaRPr sz="4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 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_____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{Целевая аудитория}__________________________</a:t>
            </a:r>
            <a:endParaRPr sz="4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 помощью 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_____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{Решение}__________________________, </a:t>
            </a:r>
            <a:endParaRPr sz="4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который имеет 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_____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{Уникальные_свойства_и_характеристики} ____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____________________________________________</a:t>
            </a:r>
            <a:r>
              <a:rPr lang="ru" sz="4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4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44" name="Google Shape;44;p7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Набор технологий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762000" y="1714500"/>
            <a:ext cx="166689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Мы делаем</a:t>
            </a:r>
            <a:r>
              <a:rPr b="1"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___{Продукт: Веб/Мобайл}_____________________ __________________________________________________</a:t>
            </a:r>
            <a:r>
              <a:rPr b="1"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</a:t>
            </a:r>
            <a:br>
              <a:rPr b="1"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Технологии:</a:t>
            </a:r>
            <a:r>
              <a:rPr b="1"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___{Набор_инструментов, применяющийся_при_работе} _в_проектах_и_включающий_языки_программирования,_фрэймворки, системы_управления_базами_данных_и_другие___________</a:t>
            </a:r>
            <a:r>
              <a:rPr b="1" lang="ru" sz="3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 </a:t>
            </a:r>
            <a:endParaRPr b="1"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1" name="Google Shape;51;p8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Инструкция для слайда «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Команда и участники</a:t>
            </a: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»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762000" y="1714500"/>
            <a:ext cx="167640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Задача: представить состав вашей команды или рассказать, кого вы ищете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Если команда уже сформирована, перечислите всех участников с их ролями и компетенциями.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Если вы ищете участников — укажите, кто уже есть в команде и кого еще ищете.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1. Роль и имя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Укажите имя и фамилию, а также роль, которую вы выполняете в команде. 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Если вы ищете команду — напишите, в какой роли хотите участвовать. 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Роль: Менеджер — Анна Петрова, Организую работу команды, веду коммуникацию, готовлю выступление и презентацию проекта.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 Навыки и опыт</a:t>
            </a:r>
            <a:endParaRPr b="1"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Кратко укажите сильные стороны: языки программирования, опыт участия в конкурсах, знание инструментов и т.д. 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Пример: Владею Python, HTML, CSS, опыт участия в олимпиадах по информатике и проектных конкурсах. Умею работать в команде.</a:t>
            </a:r>
            <a:endParaRPr sz="24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8" name="Google Shape;58;p9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/>
        </p:nvSpPr>
        <p:spPr>
          <a:xfrm>
            <a:off x="7644000" y="85842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FF00FF"/>
                </a:solidFill>
                <a:latin typeface="Manrope"/>
                <a:ea typeface="Manrope"/>
                <a:cs typeface="Manrope"/>
                <a:sym typeface="Manrope"/>
              </a:rPr>
              <a:t>[Удалить слайд]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762000" y="571500"/>
            <a:ext cx="142659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Inter SemiBold"/>
              <a:buNone/>
            </a:pPr>
            <a:r>
              <a:rPr b="1" lang="ru" sz="4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Команда и участники</a:t>
            </a:r>
            <a:endParaRPr b="1" sz="4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762000" y="1714500"/>
            <a:ext cx="16668900" cy="7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{Роль}: __{Имя_Фамилия}____ Навыки: ____Навыки_и_опыт__________________________,</a:t>
            </a:r>
            <a:endParaRPr sz="3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{Роль}: __{Имя_Фамилия}____ Навыки: ____Навыки_и_опыт__________________________,</a:t>
            </a:r>
            <a:endParaRPr sz="3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{Роль}: __{Имя_Фамилия}____ Навыки: ____Навыки_и_опыт__________________________,</a:t>
            </a:r>
            <a:endParaRPr sz="3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{Роль}: __{Имя_Фамилия}____ Навыки: ____Навыки_и_опыт__________________________,</a:t>
            </a:r>
            <a:endParaRPr sz="3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{Роль}: __{Имя_Фамилия}____ Навыки: ____Навыки_и_опыт__________________________,. </a:t>
            </a:r>
            <a:endParaRPr sz="3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6" name="Google Shape;66;p10" title="Логотипы-цвет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1000" y="571500"/>
            <a:ext cx="19050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